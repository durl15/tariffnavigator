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2E8B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D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Month 3</c:v>
                  </c:pt>
                  <c:pt idx="1">
                    <c:v>Month 6</c:v>
                  </c:pt>
                  <c:pt idx="2">
                    <c:v>Month 9</c:v>
                  </c:pt>
                  <c:pt idx="3">
                    <c:v>Month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2500</c:v>
                </c:pt>
                <c:pt idx="1">
                  <c:v>8000</c:v>
                </c:pt>
                <c:pt idx="2">
                  <c:v>15000</c:v>
                </c:pt>
                <c:pt idx="3">
                  <c:v>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D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B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TariffNavigator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Tariff Intelligence for American Businesses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356616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AI Business Consultant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Syracuse, NY  |  Transforming Business, Rising Above the Challenges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businesses are drowning in tariff chaos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2.4% → 18%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tariff rate increase in under 12 months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2560320" cy="54864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$216B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CBP in FY2025 — up 146% from 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2,218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penalties issued for misclassification in FY2025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20440"/>
            <a:ext cx="411480" cy="411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71600" y="3429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businesses are the canary in the coal mine — they get hit first, then larger businesses follow.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71600" y="3886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Kent Smetters, Wharton School / Penn Wharton Budget Model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71600" y="4251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tariff costs were absorbed by businesses in 2025. JPMorgan projects that will flip — with consumers bearing the cost in 2026.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BUSINESSES ARE STRUGGLING WITH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69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Tariff Stacking Confusion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399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232 + Section 301 + IEEPA + antidumping duties layer on top of each other. Most businesses can't calculate what they actually owe.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69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Changes Overnight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94960" y="1399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change with executive orders, often with days' notice. Businesses learn about changes after they've already placed orders.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Cost Modeling Tools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27249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have no way to model how tariffs affect their margins or plan pricing strategies for different scenarios.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6888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Penalties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94960" y="27249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CBP uses advanced analytics to catch misclassification. One wrong HTS code can trigger audits and six-figure penalties.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6118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9476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721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Chain Blind Spots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97280" y="40507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don't know which alternative countries offer lower rates for the same products they're importing.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36118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9476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721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Supreme Court Wildcard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394960" y="40507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IEEPA ruling could invalidate billions in tariffs — or lock them in. Businesses need scenario planning tools now.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TariffNavigator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turns tariff chaos into competitive advantage.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132588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848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Tariff Calculator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stacked duty rates for any product + country combination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560320" cy="13258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0848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Alert System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747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when rates change for your products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920240"/>
            <a:ext cx="2560320" cy="132588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848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Impact Modeler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0936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 and pricing strategy tools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429000"/>
            <a:ext cx="2560320" cy="13258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9359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008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Alt. Sourcing Finder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008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lower-tariff countries for your HTS codes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91840" y="3429000"/>
            <a:ext cx="2560320" cy="132588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59359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4747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Scanner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47472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 review to prevent CBP penalties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126480" y="3429000"/>
            <a:ext cx="2560320" cy="13258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593592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0936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Reports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30936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PDFs, CSVs, and shareable dashboards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02920" cy="50292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17320" y="1005840"/>
            <a:ext cx="7269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0789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Your Product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37160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product description or enter an HTS code. Our AI identifies the correct tariff classification automatically.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502920" cy="50292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17320" y="2011680"/>
            <a:ext cx="7269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20848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Your Total Duty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37744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complete stacked tariff rate — all layers calculated: Section 232, 301, IEEPA, antidumping, and trade agreements.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3017520"/>
            <a:ext cx="7269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45920" y="3090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the Impact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38328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product catalog. See exactly how tariffs affect your margins per SKU with scenario planning for rate changes.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17320" y="4023360"/>
            <a:ext cx="7269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45920" y="40965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Ahead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3891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watchlists and alerts. Get notified instantly when rates change, deadlines approach, or new exclusions open.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219456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33M+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in the U.S.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report being negatively affected by tariffs. Enterprise tariff tools cost $500-2,000/month. There is no affordable AI-powered solution for the small business market.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2412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02352" y="978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Importers &amp; Retailers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978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understand what they owe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399032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2352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Companies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040880" y="14173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Steel, aluminum, materials tracking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63440" y="1837944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0195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02352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Organizations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040880" y="18562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supply chain costs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63440" y="2276856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408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02352" y="22951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Manufacturers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040880" y="22951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sourcing &amp; cost mgmt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663440" y="2715768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77977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02352" y="27340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Consultants &amp; CPAs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040880" y="27340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tools for clients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3152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Projections</a:t>
            </a:r>
            <a:endParaRPr lang="en-US" sz="14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31520" y="3794760"/>
          <a:ext cx="7680960" cy="822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659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tariff lookups/month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3288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4871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HTS search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169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287121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2514600" y="868680"/>
            <a:ext cx="1965960" cy="379476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2514600" y="868680"/>
            <a:ext cx="196596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6" name="Text 11"/>
          <p:cNvSpPr/>
          <p:nvPr/>
        </p:nvSpPr>
        <p:spPr>
          <a:xfrm>
            <a:off x="2651760" y="1097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651760" y="1417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</a:t>
            </a:r>
            <a:pPr algn="ctr" indent="0" marL="0">
              <a:buNone/>
            </a:pPr>
            <a:r>
              <a:rPr lang="en-US" sz="12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205740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971800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lookups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44144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971800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 &amp; alerts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28254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971800" y="27797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modeler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3209544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971800" y="31638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PDF/CSV exports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4709160" y="960120"/>
            <a:ext cx="19659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4709160" y="960120"/>
            <a:ext cx="1965960" cy="54864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8" name="Text 19"/>
          <p:cNvSpPr/>
          <p:nvPr/>
        </p:nvSpPr>
        <p:spPr>
          <a:xfrm>
            <a:off x="4846320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4846320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$199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0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148840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66360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0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532888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166360" y="24871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teams</a:t>
            </a:r>
            <a:endParaRPr lang="en-US" sz="10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916936"/>
            <a:ext cx="201168" cy="20116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166360" y="287121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scanner</a:t>
            </a:r>
            <a:endParaRPr lang="en-US" sz="10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300984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166360" y="3255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38" name="Shape 25"/>
          <p:cNvSpPr/>
          <p:nvPr/>
        </p:nvSpPr>
        <p:spPr>
          <a:xfrm>
            <a:off x="6903720" y="960120"/>
            <a:ext cx="19659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Shape 26"/>
          <p:cNvSpPr/>
          <p:nvPr/>
        </p:nvSpPr>
        <p:spPr>
          <a:xfrm>
            <a:off x="6903720" y="960120"/>
            <a:ext cx="196596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0" name="Text 27"/>
          <p:cNvSpPr/>
          <p:nvPr/>
        </p:nvSpPr>
        <p:spPr>
          <a:xfrm>
            <a:off x="7040880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Consultant</a:t>
            </a:r>
            <a:endParaRPr lang="en-US" sz="1600" dirty="0"/>
          </a:p>
        </p:txBody>
      </p:sp>
      <p:sp>
        <p:nvSpPr>
          <p:cNvPr id="41" name="Text 28"/>
          <p:cNvSpPr/>
          <p:nvPr/>
        </p:nvSpPr>
        <p:spPr>
          <a:xfrm>
            <a:off x="7040880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$499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0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2148840"/>
            <a:ext cx="201168" cy="2011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7360920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10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2532888"/>
            <a:ext cx="201168" cy="201168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7360920" y="24871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clients</a:t>
            </a:r>
            <a:endParaRPr lang="en-US" sz="10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2916936"/>
            <a:ext cx="201168" cy="201168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7360920" y="287121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reports</a:t>
            </a:r>
            <a:endParaRPr lang="en-US" sz="10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6600" y="3300984"/>
            <a:ext cx="201168" cy="20116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7360920" y="3255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TARIFFNAVIGATOR WINS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49808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2471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Intelligence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0" y="112471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handles natural language queries and intelligent HTS classification — competitors require manual code knowledge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8229600" cy="749808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03911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Small Business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840480" y="203911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cost $500-2,000/month. We start free and speak plain English, not trade jargon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880360"/>
            <a:ext cx="8229600" cy="749808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95351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840480" y="295351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show static data. We monitor Federal Register, CBP bulletins, and executive orders — and notify you proactively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794760"/>
            <a:ext cx="8229600" cy="749808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86791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Planning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840480" y="386791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small business tool offering 'what if' modeling for Supreme Court rulings, USMCA renegotiation, and rate snapbacks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44168" y="1737360"/>
            <a:ext cx="54864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63040" y="960120"/>
            <a:ext cx="72237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960120"/>
            <a:ext cx="54864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033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033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34416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tariff engine, HTS database, stacking logic, AI classification, REST 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44168" y="2743200"/>
            <a:ext cx="54864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63040" y="1965960"/>
            <a:ext cx="72237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463040" y="1965960"/>
            <a:ext cx="54864" cy="804672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2039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Web GUI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039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235000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tariff search UI, AI chat interface, mobile responsive, branding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44168" y="3749040"/>
            <a:ext cx="54864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63040" y="2971800"/>
            <a:ext cx="72237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463040" y="2971800"/>
            <a:ext cx="54864" cy="8046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5" name="Text 23"/>
          <p:cNvSpPr/>
          <p:nvPr/>
        </p:nvSpPr>
        <p:spPr>
          <a:xfrm>
            <a:off x="1737360" y="3044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Enterprise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11-18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335584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roles, cost modeler, alerts, sourcing finder, compliance scanner, exports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63040" y="3977640"/>
            <a:ext cx="72237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463040" y="3977640"/>
            <a:ext cx="54864" cy="804672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2" name="Text 30"/>
          <p:cNvSpPr/>
          <p:nvPr/>
        </p:nvSpPr>
        <p:spPr>
          <a:xfrm>
            <a:off x="1737360" y="4050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Scale &amp; Launch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0507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19-24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37360" y="436168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cloud deploy, CI/CD, Stripe billing, API docs, monitoring, marketing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6576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Navigate the Tariff Storm?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TariffNavigator gives American businesses the AI-powered intelligence they need to survive tariff chaos, stay compliant, and protect their margins.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931920" y="3474720"/>
            <a:ext cx="1280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6576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 AI Business Consultant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Business, Rising Above the Challenges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Syracuse, NY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 →  Schedule a demo today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TariffNavigator - Enterprise Pitch Deck</dc:title>
  <dc:subject>PptxGenJS Presentation</dc:subject>
  <dc:creator>DJ AI Business Consultant</dc:creator>
  <cp:lastModifiedBy>DJ AI Business Consultant</cp:lastModifiedBy>
  <cp:revision>1</cp:revision>
  <dcterms:created xsi:type="dcterms:W3CDTF">2026-02-20T14:21:23Z</dcterms:created>
  <dcterms:modified xsi:type="dcterms:W3CDTF">2026-02-20T14:21:23Z</dcterms:modified>
</cp:coreProperties>
</file>